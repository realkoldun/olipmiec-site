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16BA-44FC-479D-94A5-E71B5B03E4D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F467-A59A-47DE-B7C9-3116CFD44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366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16BA-44FC-479D-94A5-E71B5B03E4D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F467-A59A-47DE-B7C9-3116CFD44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96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16BA-44FC-479D-94A5-E71B5B03E4D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F467-A59A-47DE-B7C9-3116CFD44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6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16BA-44FC-479D-94A5-E71B5B03E4D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F467-A59A-47DE-B7C9-3116CFD44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49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16BA-44FC-479D-94A5-E71B5B03E4D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F467-A59A-47DE-B7C9-3116CFD44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57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16BA-44FC-479D-94A5-E71B5B03E4D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F467-A59A-47DE-B7C9-3116CFD44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50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16BA-44FC-479D-94A5-E71B5B03E4D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F467-A59A-47DE-B7C9-3116CFD44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970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16BA-44FC-479D-94A5-E71B5B03E4D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F467-A59A-47DE-B7C9-3116CFD44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06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16BA-44FC-479D-94A5-E71B5B03E4D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F467-A59A-47DE-B7C9-3116CFD44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490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16BA-44FC-479D-94A5-E71B5B03E4D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F467-A59A-47DE-B7C9-3116CFD44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38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16BA-44FC-479D-94A5-E71B5B03E4D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F467-A59A-47DE-B7C9-3116CFD44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67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16BA-44FC-479D-94A5-E71B5B03E4D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F467-A59A-47DE-B7C9-3116CFD446D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8624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16BA-44FC-479D-94A5-E71B5B03E4D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F467-A59A-47DE-B7C9-3116CFD44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39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16BA-44FC-479D-94A5-E71B5B03E4D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F467-A59A-47DE-B7C9-3116CFD44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81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16BA-44FC-479D-94A5-E71B5B03E4D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F467-A59A-47DE-B7C9-3116CFD44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66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16BA-44FC-479D-94A5-E71B5B03E4D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F467-A59A-47DE-B7C9-3116CFD44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66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16BA-44FC-479D-94A5-E71B5B03E4D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F467-A59A-47DE-B7C9-3116CFD44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0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BD716BA-44FC-479D-94A5-E71B5B03E4D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5F467-A59A-47DE-B7C9-3116CFD44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233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4" y="1447800"/>
            <a:ext cx="10138687" cy="3329581"/>
          </a:xfrm>
        </p:spPr>
        <p:txBody>
          <a:bodyPr/>
          <a:lstStyle/>
          <a:p>
            <a:r>
              <a:rPr lang="ru-RU" sz="4800" dirty="0"/>
              <a:t>СОЗДАНИЕ НОВОСТНОГО </a:t>
            </a:r>
            <a:r>
              <a:rPr lang="en-US" sz="4800" dirty="0"/>
              <a:t>WEB</a:t>
            </a:r>
            <a:r>
              <a:rPr lang="ru-RU" sz="4800" dirty="0"/>
              <a:t>-ПРИЛОЖЕНИЯ С ПОДДЕРЖКОЙ 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ru-RU" sz="4800" dirty="0"/>
              <a:t>ВЕБ-ДОСТУПНОСТИ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Китаев Антон Геннадьевич,</a:t>
            </a:r>
            <a:endParaRPr lang="en-US" dirty="0"/>
          </a:p>
          <a:p>
            <a:r>
              <a:rPr lang="ru-RU" dirty="0"/>
              <a:t>4 курс, 22ПИ_ПОКС1д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926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Курсовая работа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Объект исследования</a:t>
            </a:r>
            <a:r>
              <a:rPr lang="ru-RU" dirty="0"/>
              <a:t> – разработанное веб-приложение для СДЮШОР «Олимпиец» (г. Витебск), представляющее собой современную информационную систему с клиентской частью на Next.js 16 + </a:t>
            </a:r>
            <a:r>
              <a:rPr lang="ru-RU" dirty="0" err="1"/>
              <a:t>React</a:t>
            </a:r>
            <a:r>
              <a:rPr lang="ru-RU" dirty="0"/>
              <a:t> 19 + </a:t>
            </a:r>
            <a:r>
              <a:rPr lang="ru-RU" dirty="0" err="1"/>
              <a:t>TypeScript</a:t>
            </a:r>
            <a:r>
              <a:rPr lang="ru-RU" dirty="0"/>
              <a:t> и серверной частью на </a:t>
            </a:r>
            <a:r>
              <a:rPr lang="ru-RU" dirty="0" err="1"/>
              <a:t>NestJS</a:t>
            </a:r>
            <a:r>
              <a:rPr lang="ru-RU" dirty="0"/>
              <a:t> 10 + </a:t>
            </a:r>
            <a:r>
              <a:rPr lang="ru-RU" dirty="0" err="1"/>
              <a:t>TypeORM</a:t>
            </a:r>
            <a:r>
              <a:rPr lang="ru-RU" dirty="0"/>
              <a:t>, использующее </a:t>
            </a:r>
            <a:r>
              <a:rPr lang="ru-RU" dirty="0" err="1"/>
              <a:t>PostgreSQL</a:t>
            </a:r>
            <a:r>
              <a:rPr lang="ru-RU" dirty="0"/>
              <a:t> для хранения данных и REST API для клиент-серверного взаимодействия.</a:t>
            </a:r>
            <a:endParaRPr lang="en-US" dirty="0"/>
          </a:p>
          <a:p>
            <a:r>
              <a:rPr lang="ru-RU" b="1" dirty="0"/>
              <a:t>Предмет исследования</a:t>
            </a:r>
            <a:r>
              <a:rPr lang="ru-RU" dirty="0"/>
              <a:t> – архитектура и функциональные возможности приложения: организация модульной структуры проекта, реализация системы доступности для людей с ограниченными возможностями (WCAG), механизмы автоматической синхронизации контента из Telegram, полнотекстовый поиск с индексацией, а также интеграция AI-моделей для </a:t>
            </a:r>
            <a:r>
              <a:rPr lang="ru-RU" dirty="0" err="1"/>
              <a:t>суммаризации</a:t>
            </a:r>
            <a:r>
              <a:rPr lang="ru-RU" dirty="0"/>
              <a:t> текста.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219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Цель работы</a:t>
            </a:r>
            <a:r>
              <a:rPr lang="ru-RU" dirty="0"/>
              <a:t> – разработать и проанализировать полнофункциональное веб-приложение для публикации новостей, информации о спортивных секциях и тренерском составе, реализовать ключевые функции системы (новостной модуль, поиск, настройки доступности), а также внедрить современные практики веб-разработки и контейнеризации.</a:t>
            </a:r>
            <a:endParaRPr lang="en-US" dirty="0"/>
          </a:p>
          <a:p>
            <a:r>
              <a:rPr lang="ru-RU" b="1" dirty="0"/>
              <a:t>Задачи работы:</a:t>
            </a:r>
            <a:endParaRPr lang="en-US" dirty="0"/>
          </a:p>
          <a:p>
            <a:pPr lvl="0"/>
            <a:r>
              <a:rPr lang="ru-RU" dirty="0"/>
              <a:t>Ознакомление с современным стеком веб-разработки (Next.js 16, </a:t>
            </a:r>
            <a:r>
              <a:rPr lang="ru-RU" dirty="0" err="1"/>
              <a:t>React</a:t>
            </a:r>
            <a:r>
              <a:rPr lang="ru-RU" dirty="0"/>
              <a:t> 19, </a:t>
            </a:r>
            <a:r>
              <a:rPr lang="ru-RU" dirty="0" err="1"/>
              <a:t>NestJS</a:t>
            </a:r>
            <a:r>
              <a:rPr lang="ru-RU" dirty="0"/>
              <a:t> 10, </a:t>
            </a:r>
            <a:r>
              <a:rPr lang="ru-RU" dirty="0" err="1"/>
              <a:t>Tailwind</a:t>
            </a:r>
            <a:r>
              <a:rPr lang="ru-RU" dirty="0"/>
              <a:t> CSS 4, </a:t>
            </a:r>
            <a:r>
              <a:rPr lang="ru-RU" dirty="0" err="1"/>
              <a:t>TypeScript</a:t>
            </a:r>
            <a:r>
              <a:rPr lang="ru-RU" dirty="0"/>
              <a:t>).</a:t>
            </a:r>
            <a:endParaRPr lang="en-US" dirty="0"/>
          </a:p>
          <a:p>
            <a:pPr lvl="0"/>
            <a:r>
              <a:rPr lang="ru-RU" dirty="0"/>
              <a:t>Разработка клиентской части приложения с поддержкой адаптивного дизайна, </a:t>
            </a:r>
            <a:r>
              <a:rPr lang="ru-RU" dirty="0" err="1"/>
              <a:t>темизации</a:t>
            </a:r>
            <a:r>
              <a:rPr lang="ru-RU" dirty="0"/>
              <a:t> и расширенных функций доступности (изменение шрифта, контраст, озвучка текста).</a:t>
            </a:r>
            <a:endParaRPr lang="en-US" dirty="0"/>
          </a:p>
          <a:p>
            <a:pPr lvl="0"/>
            <a:r>
              <a:rPr lang="ru-RU" dirty="0"/>
              <a:t>Реализация серверной части с REST API, модульной архитектурой и автоматической синхронизацией новостей из Telegram-канала.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916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Методы исследования: </a:t>
            </a:r>
            <a:r>
              <a:rPr lang="ru-RU" dirty="0"/>
              <a:t>проектирование клиент-серверной архитектуры; разработка </a:t>
            </a:r>
            <a:r>
              <a:rPr lang="ru-RU" dirty="0" err="1"/>
              <a:t>frontend</a:t>
            </a:r>
            <a:r>
              <a:rPr lang="ru-RU" dirty="0"/>
              <a:t>-компонентов с использованием </a:t>
            </a:r>
            <a:r>
              <a:rPr lang="ru-RU" dirty="0" err="1"/>
              <a:t>App</a:t>
            </a:r>
            <a:r>
              <a:rPr lang="ru-RU" dirty="0"/>
              <a:t> </a:t>
            </a:r>
            <a:r>
              <a:rPr lang="ru-RU" dirty="0" err="1"/>
              <a:t>Router</a:t>
            </a:r>
            <a:r>
              <a:rPr lang="ru-RU" dirty="0"/>
              <a:t> и </a:t>
            </a:r>
            <a:r>
              <a:rPr lang="ru-RU" dirty="0" err="1"/>
              <a:t>Zustand</a:t>
            </a:r>
            <a:r>
              <a:rPr lang="ru-RU" dirty="0"/>
              <a:t>; реализация </a:t>
            </a:r>
            <a:r>
              <a:rPr lang="ru-RU" dirty="0" err="1"/>
              <a:t>backend</a:t>
            </a:r>
            <a:r>
              <a:rPr lang="ru-RU" dirty="0"/>
              <a:t>-модулей на </a:t>
            </a:r>
            <a:r>
              <a:rPr lang="ru-RU" dirty="0" err="1"/>
              <a:t>NestJS</a:t>
            </a:r>
            <a:r>
              <a:rPr lang="ru-RU" dirty="0"/>
              <a:t> с </a:t>
            </a:r>
            <a:r>
              <a:rPr lang="ru-RU" dirty="0" err="1"/>
              <a:t>TypeORM</a:t>
            </a:r>
            <a:r>
              <a:rPr lang="ru-RU" dirty="0"/>
              <a:t>; интеграция сторонних API (Telegram, </a:t>
            </a:r>
            <a:r>
              <a:rPr lang="ru-RU" dirty="0" err="1"/>
              <a:t>Web</a:t>
            </a:r>
            <a:r>
              <a:rPr lang="ru-RU" dirty="0"/>
              <a:t> </a:t>
            </a:r>
            <a:r>
              <a:rPr lang="ru-RU" dirty="0" err="1"/>
              <a:t>Speech</a:t>
            </a:r>
            <a:r>
              <a:rPr lang="ru-RU" dirty="0"/>
              <a:t> API); применение практик доступности (WCAG 2.1); анализ производительности и документирование этапов разработки.</a:t>
            </a:r>
            <a:endParaRPr lang="en-US" dirty="0"/>
          </a:p>
          <a:p>
            <a:r>
              <a:rPr lang="ru-RU" b="1" dirty="0"/>
              <a:t>Теоретическая и практическая значимость</a:t>
            </a:r>
            <a:r>
              <a:rPr lang="ru-RU" dirty="0"/>
              <a:t>: теоретическая значимость работы заключается в изучении принципов построения современных SPA/SSR-приложений, реализации инклюзивных интерфейсов и методов интеграции внешних источников данных. Практическая значимость – в создании работоспособного веб-приложения, которое может быть использовано СДЮШОР «Олимпиец» для информирования учащихся, родителей и посетителей, а также в формировании навыков комплексной разработки с использованием актуальных технологий (</a:t>
            </a:r>
            <a:r>
              <a:rPr lang="ru-RU" dirty="0" err="1"/>
              <a:t>React</a:t>
            </a:r>
            <a:r>
              <a:rPr lang="ru-RU" dirty="0"/>
              <a:t> 19, Next.js 16, </a:t>
            </a:r>
            <a:r>
              <a:rPr lang="ru-RU" dirty="0" err="1"/>
              <a:t>NestJS</a:t>
            </a:r>
            <a:r>
              <a:rPr lang="ru-RU" dirty="0"/>
              <a:t>, AI-интеграции</a:t>
            </a:r>
            <a:r>
              <a:rPr lang="ru-RU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706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746" y="705099"/>
            <a:ext cx="10499825" cy="558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42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0" y="452717"/>
            <a:ext cx="10086057" cy="614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537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386" y="452717"/>
            <a:ext cx="11057190" cy="604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95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641" y="689059"/>
            <a:ext cx="7576695" cy="361694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095" y="4450417"/>
            <a:ext cx="6469918" cy="220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8351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</TotalTime>
  <Words>337</Words>
  <Application>Microsoft Office PowerPoint</Application>
  <PresentationFormat>Широкоэкранный</PresentationFormat>
  <Paragraphs>13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Ион</vt:lpstr>
      <vt:lpstr>СОЗДАНИЕ НОВОСТНОГО WEB-ПРИЛОЖЕНИЯ С ПОДДЕРЖКОЙ  ВЕБ-ДОСТУПНОСТИ </vt:lpstr>
      <vt:lpstr>Курсовая работа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НОВОСТНОГО WEB-ПРИЛОЖЕНИЯ С ПОДДЕРЖКОЙ  ВЕБ-ДОСТУПНОСТИ </dc:title>
  <dc:creator>Антон</dc:creator>
  <cp:lastModifiedBy>Антон</cp:lastModifiedBy>
  <cp:revision>1</cp:revision>
  <dcterms:created xsi:type="dcterms:W3CDTF">2026-04-09T14:30:03Z</dcterms:created>
  <dcterms:modified xsi:type="dcterms:W3CDTF">2026-04-09T14:38:30Z</dcterms:modified>
</cp:coreProperties>
</file>